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3" d="100"/>
          <a:sy n="33" d="100"/>
        </p:scale>
        <p:origin x="101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62CDB4-9277-E05C-F3AB-8B78729EE8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4961D6E-A77A-B88A-BFBD-4852413D8B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AC4446-AB77-7C49-F402-F876E5B59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D5554-104C-4798-A82F-00CA6CC5798C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04E973-3073-26BC-2835-F0244174E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169B4F-5EF6-5264-4211-016DF8ED0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D92-B6FF-4CB4-8FE4-4D2EF9FA1D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1437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FDC43F-217C-A101-0EF6-2866183B7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D89C5F-A51D-4823-4916-3F7B32A6A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A53DF9-A906-2780-BD22-8C530983B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D5554-104C-4798-A82F-00CA6CC5798C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1795AF-10D3-5A3C-6557-B9B9870CA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245018-6E2B-8ABA-91E1-0717975B5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D92-B6FF-4CB4-8FE4-4D2EF9FA1D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1957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AA35FC-8E17-6D0E-80A7-FA849C19C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140D4BE-D17A-C2CD-9902-03D7ADFCC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E83A1E-6926-DB88-BCA7-FB0BBE96F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D5554-104C-4798-A82F-00CA6CC5798C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A3ECFA-D5B0-8029-C4E1-47C2C4DFB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F88582-4321-F9DD-199E-9EA513F56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D92-B6FF-4CB4-8FE4-4D2EF9FA1D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4252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9A36F5-5E1F-30F9-F022-0CDB73493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A860BA-6BCD-F826-3CEB-3D347B5516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DADAE5A-FD6A-119C-0C85-3192D46ADD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F2BBD82-C97A-C07B-E2EE-F5AD06F56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D5554-104C-4798-A82F-00CA6CC5798C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C4F6502-B350-F21F-6905-1285946F8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D96282E-D217-B5E7-D251-FFCF023AA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D92-B6FF-4CB4-8FE4-4D2EF9FA1D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1815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813BEC-AD2E-51C0-75A4-8580AEE3B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1BA799F-F662-0C53-5083-03C4B2208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0857364-726D-728A-3FC9-2AF297C7C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6D74904-EA52-DC87-5412-E0887D6E2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F176703-498C-A683-9AD2-76D596ECA6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102D3F5-7B3C-6589-486D-1D9DFBE14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D5554-104C-4798-A82F-00CA6CC5798C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CDD3A42-723A-DC48-6D45-A51BABB53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64B8495-C188-21CE-1107-F0C61BBE9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D92-B6FF-4CB4-8FE4-4D2EF9FA1D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3090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D184D-E2DA-07DA-3A55-B19BD7277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E68AFFA-AC35-C70F-F013-B1A302713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D5554-104C-4798-A82F-00CA6CC5798C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C3B046F-EA23-FE44-13D5-5D9A4C3A5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923DB72-4A0D-2CCC-C73E-273C1A412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D92-B6FF-4CB4-8FE4-4D2EF9FA1D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6534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B712377-303A-154E-0916-03EB1D436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D5554-104C-4798-A82F-00CA6CC5798C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6C98D31-8022-E066-BECE-1139DA39D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9A7A679-746C-FE42-6286-C36D56E71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D92-B6FF-4CB4-8FE4-4D2EF9FA1D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9339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494A67-911A-2131-2D36-DAD9450B6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7C3DC0-4E7C-9C3B-C0FC-A1E825E94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5BAEA17-0722-AECF-69A5-5D3136954E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C457FB6-9CD2-FAF0-28D3-CB25E26B1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D5554-104C-4798-A82F-00CA6CC5798C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750335A-E353-35F2-F650-E2ADC1B0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C2BF560-25CB-ECA5-16D6-F0D55CC8F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D92-B6FF-4CB4-8FE4-4D2EF9FA1D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9759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FABB9E-5B0A-97E4-192D-8E8BC08B2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BECA1AE-866F-A03E-26A5-EB36870125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D75C16C-C497-747E-BDF1-D962F69288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C2D2F9-EF1E-4FD2-CCB1-401118311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D5554-104C-4798-A82F-00CA6CC5798C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2BFDDE1-1BE5-C824-4CAD-75EB6644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86D870B-EF4F-869B-2EA5-4260E96D7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D92-B6FF-4CB4-8FE4-4D2EF9FA1D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9516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B229C7-69D5-1824-7CD8-0668E6119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BC29AAB-C77C-9C8B-CD96-CDF249C410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06FA21-C80B-A3BE-C309-73DA53DF5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D5554-104C-4798-A82F-00CA6CC5798C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4A3392-0D2F-2FCD-86E1-EAEC64CCE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84D9EE-6A2C-04DE-44A1-BB9BCF5C6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D92-B6FF-4CB4-8FE4-4D2EF9FA1D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9564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85BCBEC-E01F-E19C-90BD-198DCC946F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EBA9196-3F32-27A4-BF74-DDCC91FABA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47F23A-A1FA-56AE-3C2B-F0A5300E1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D5554-104C-4798-A82F-00CA6CC5798C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4A4745-3B0C-A329-80CB-CA9A96225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F9C8C64-44F2-FFE2-E1C1-D0373A290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D92-B6FF-4CB4-8FE4-4D2EF9FA1D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3793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3911AC-E34D-ADF6-6784-F763E158E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F684E25-5C2B-B66C-FE18-C6F8FEF814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90F0D1-4C78-544F-60B5-D0A9999D9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D5554-104C-4798-A82F-00CA6CC5798C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0D17AA-7D00-EBA5-4102-B2ADB3090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1080B0-C40B-B777-B3AC-03B376994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D92-B6FF-4CB4-8FE4-4D2EF9FA1D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016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905338B-A5E0-343E-CFD7-AAD3FC303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A38C9FE-B493-0FA5-AA52-B24A54242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01A26B-29DC-A9EB-A41C-1D5CCDB8A0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CD5554-104C-4798-A82F-00CA6CC5798C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298964-4514-D208-5690-856384499A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A85B61-9CC5-B429-F96A-9E34412A3B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C6D92-B6FF-4CB4-8FE4-4D2EF9FA1D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4277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1CE6F0-36E5-4419-92D7-E8EB45B4C4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/>
              <a:t>PetCare + PetQA — Gestão Inteligente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D203A6-7BAA-7117-F5C8-88791CE0B5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/>
              <a:t>Teste exploratório | documentação reconciliada | 20/10/2026</a:t>
            </a:r>
          </a:p>
        </p:txBody>
      </p:sp>
    </p:spTree>
    <p:extLst>
      <p:ext uri="{BB962C8B-B14F-4D97-AF65-F5344CB8AC3E}">
        <p14:creationId xmlns:p14="http://schemas.microsoft.com/office/powerpoint/2010/main" val="1125626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B4E086-3FFB-ECE9-5435-D19F4534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Escopo e método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35D98A-0E84-A8DB-865E-BBFA0C7F2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2200">
                <a:latin typeface="Aptos" panose="020B0004020202020204" pitchFamily="34" charset="0"/>
              </a:rPr>
              <a:t>Avaliação manual e exploratória da aplicação HTML local.</a:t>
            </a:r>
          </a:p>
          <a:p>
            <a:r>
              <a:rPr lang="pt-BR" sz="2200">
                <a:latin typeface="Aptos" panose="020B0004020202020204" pitchFamily="34" charset="0"/>
              </a:rPr>
              <a:t>Revisão das correções, dos fluxos de anulação/estorno e do backup.</a:t>
            </a:r>
          </a:p>
          <a:p>
            <a:r>
              <a:rPr lang="pt-BR" sz="2200">
                <a:latin typeface="Aptos" panose="020B0004020202020204" pitchFamily="34" charset="0"/>
              </a:rPr>
              <a:t>Verificações pontuais com dados sintéticos; não é uma campanha completa de regressão.</a:t>
            </a:r>
          </a:p>
          <a:p>
            <a:r>
              <a:rPr lang="pt-BR" sz="2200">
                <a:latin typeface="Aptos" panose="020B0004020202020204" pitchFamily="34" charset="0"/>
              </a:rPr>
              <a:t>Resultados anteriores foram separados dos testes atuais.</a:t>
            </a:r>
          </a:p>
        </p:txBody>
      </p:sp>
    </p:spTree>
    <p:extLst>
      <p:ext uri="{BB962C8B-B14F-4D97-AF65-F5344CB8AC3E}">
        <p14:creationId xmlns:p14="http://schemas.microsoft.com/office/powerpoint/2010/main" val="684816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AA4EE2-97F1-D623-D8F1-6B30F1062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Correções presentes no produto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47D71B7-3432-BA47-B84E-01088494EE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2200">
                <a:latin typeface="Aptos" panose="020B0004020202020204" pitchFamily="34" charset="0"/>
              </a:rPr>
              <a:t>Conclusão de atendimento antes da data/hora agendada é bloqueada.</a:t>
            </a:r>
          </a:p>
          <a:p>
            <a:r>
              <a:rPr lang="pt-BR" sz="2200">
                <a:latin typeface="Aptos" panose="020B0004020202020204" pitchFamily="34" charset="0"/>
              </a:rPr>
              <a:t>Atendimento concluído não pode ser excluído; anulação exige motivo e preserva histórico.</a:t>
            </a:r>
          </a:p>
          <a:p>
            <a:r>
              <a:rPr lang="pt-BR" sz="2200">
                <a:latin typeface="Aptos" panose="020B0004020202020204" pitchFamily="34" charset="0"/>
              </a:rPr>
              <a:t>Anulação exige estorno integral prévio dos pagamentos líquidos.</a:t>
            </a:r>
          </a:p>
          <a:p>
            <a:r>
              <a:rPr lang="pt-BR" sz="2200">
                <a:latin typeface="Aptos" panose="020B0004020202020204" pitchFamily="34" charset="0"/>
              </a:rPr>
              <a:t>Estornos são vinculados aos pagamentos e não executam devoluções financeiras.</a:t>
            </a:r>
          </a:p>
          <a:p>
            <a:r>
              <a:rPr lang="pt-BR" sz="2200">
                <a:latin typeface="Aptos" panose="020B0004020202020204" pitchFamily="34" charset="0"/>
              </a:rPr>
              <a:t>Diálogos têm role dialog, aria-modal, título associado e gestão de foco.</a:t>
            </a:r>
          </a:p>
        </p:txBody>
      </p:sp>
    </p:spTree>
    <p:extLst>
      <p:ext uri="{BB962C8B-B14F-4D97-AF65-F5344CB8AC3E}">
        <p14:creationId xmlns:p14="http://schemas.microsoft.com/office/powerpoint/2010/main" val="3274273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5EF07-E522-96C9-E9EA-271AF7857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Validação pontual do backup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E932F0B-FD2C-F404-178F-AEE8406B1B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2200">
                <a:latin typeface="Aptos" panose="020B0004020202020204" pitchFamily="34" charset="0"/>
              </a:rPr>
              <a:t>Exportação/importação preservou estornos e seus vínculos.</a:t>
            </a:r>
          </a:p>
          <a:p>
            <a:r>
              <a:rPr lang="pt-BR" sz="2200">
                <a:latin typeface="Aptos" panose="020B0004020202020204" pitchFamily="34" charset="0"/>
              </a:rPr>
              <a:t>Backup legado sem coleções financeiras é aceito com listas vazias.</a:t>
            </a:r>
          </a:p>
          <a:p>
            <a:r>
              <a:rPr lang="pt-BR" sz="2200">
                <a:latin typeface="Aptos" panose="020B0004020202020204" pitchFamily="34" charset="0"/>
              </a:rPr>
              <a:t>JSON malformado, estrutura incompleta e coleções financeiras inválidas são recusados.</a:t>
            </a:r>
          </a:p>
          <a:p>
            <a:r>
              <a:rPr lang="pt-BR" sz="2200">
                <a:latin typeface="Aptos" panose="020B0004020202020204" pitchFamily="34" charset="0"/>
              </a:rPr>
              <a:t>Estorno acima do valor pago foi recusado antes da confirmação.</a:t>
            </a:r>
          </a:p>
          <a:p>
            <a:r>
              <a:rPr lang="pt-BR" sz="2200">
                <a:latin typeface="Aptos" panose="020B0004020202020204" pitchFamily="34" charset="0"/>
              </a:rPr>
              <a:t>Cancelamento e falha simulada de persistência preservaram o estado anterior.</a:t>
            </a:r>
          </a:p>
        </p:txBody>
      </p:sp>
    </p:spTree>
    <p:extLst>
      <p:ext uri="{BB962C8B-B14F-4D97-AF65-F5344CB8AC3E}">
        <p14:creationId xmlns:p14="http://schemas.microsoft.com/office/powerpoint/2010/main" val="1721713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C7269F-6FF9-45ED-AEAD-E37DAE87C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Relatórios e navegação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E5A819-E7B9-F152-5229-9A4BF2C25E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2200">
                <a:latin typeface="Aptos" panose="020B0004020202020204" pitchFamily="34" charset="0"/>
              </a:rPr>
              <a:t>Relatórios independentes: tutores, animais, clínicas, agendamentos, lembretes e financeiro; mais Total.</a:t>
            </a:r>
          </a:p>
          <a:p>
            <a:r>
              <a:rPr lang="pt-BR" sz="2200">
                <a:latin typeface="Aptos" panose="020B0004020202020204" pitchFamily="34" charset="0"/>
              </a:rPr>
              <a:t>PDFs das categorias foram gerados e tiveram estrutura básica verificada.</a:t>
            </a:r>
          </a:p>
          <a:p>
            <a:r>
              <a:rPr lang="pt-BR" sz="2200">
                <a:latin typeface="Aptos" panose="020B0004020202020204" pitchFamily="34" charset="0"/>
              </a:rPr>
              <a:t>Menu Backup e Tutorial foram acessados; a Visão geral não exibe atalho de agendamento.</a:t>
            </a:r>
          </a:p>
          <a:p>
            <a:r>
              <a:rPr lang="pt-BR" sz="2200">
                <a:latin typeface="Aptos" panose="020B0004020202020204" pitchFamily="34" charset="0"/>
              </a:rPr>
              <a:t>A estrutura de 10 páginas do menu foi verificada em navegador.</a:t>
            </a:r>
          </a:p>
        </p:txBody>
      </p:sp>
    </p:spTree>
    <p:extLst>
      <p:ext uri="{BB962C8B-B14F-4D97-AF65-F5344CB8AC3E}">
        <p14:creationId xmlns:p14="http://schemas.microsoft.com/office/powerpoint/2010/main" val="4235687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C140AA-E213-F566-A2F6-8944190D6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Riscos e limites restantes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F9ECF35-2684-4432-7AD3-E816880F83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2200">
                <a:latin typeface="Aptos" panose="020B0004020202020204" pitchFamily="34" charset="0"/>
              </a:rPr>
              <a:t>Dados em localStorage: sem servidor, autenticação ou sincronização.</a:t>
            </a:r>
          </a:p>
          <a:p>
            <a:r>
              <a:rPr lang="pt-BR" sz="2200">
                <a:latin typeface="Aptos" panose="020B0004020202020204" pitchFamily="34" charset="0"/>
              </a:rPr>
              <a:t>Estorno é registro manual; a devolução deve ocorrer externamente.</a:t>
            </a:r>
          </a:p>
          <a:p>
            <a:r>
              <a:rPr lang="pt-BR" sz="2200">
                <a:latin typeface="Aptos" panose="020B0004020202020204" pitchFamily="34" charset="0"/>
              </a:rPr>
              <a:t>Anulação/estorno não formam trilha inviolável nem auditoria no servidor.</a:t>
            </a:r>
          </a:p>
          <a:p>
            <a:r>
              <a:rPr lang="pt-BR" sz="2200">
                <a:latin typeface="Aptos" panose="020B0004020202020204" pitchFamily="34" charset="0"/>
              </a:rPr>
              <a:t>Regra para agendamentos duplicados ainda precisa de decisão do produto.</a:t>
            </a:r>
          </a:p>
          <a:p>
            <a:r>
              <a:rPr lang="pt-BR" sz="2200">
                <a:latin typeface="Aptos" panose="020B0004020202020204" pitchFamily="34" charset="0"/>
              </a:rPr>
              <a:t>Leitores de tela, navegadores variados e regressão completa ainda não foram avaliados.</a:t>
            </a:r>
          </a:p>
        </p:txBody>
      </p:sp>
    </p:spTree>
    <p:extLst>
      <p:ext uri="{BB962C8B-B14F-4D97-AF65-F5344CB8AC3E}">
        <p14:creationId xmlns:p14="http://schemas.microsoft.com/office/powerpoint/2010/main" val="1420676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CC4AA3-7C18-2361-309E-39080B623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Conclusão e próximos passos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ADACF7-6D0B-BF16-A528-457BF17506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2200">
                <a:latin typeface="Aptos" panose="020B0004020202020204" pitchFamily="34" charset="0"/>
              </a:rPr>
              <a:t>Documentação alinhada ao código e aos testes pontuais, sem declarar cobertura total.</a:t>
            </a:r>
          </a:p>
          <a:p>
            <a:r>
              <a:rPr lang="pt-BR" sz="2200">
                <a:latin typeface="Aptos" panose="020B0004020202020204" pitchFamily="34" charset="0"/>
              </a:rPr>
              <a:t>O protótipo pode ser apresentado com as limitações locais claramente informadas.</a:t>
            </a:r>
          </a:p>
          <a:p>
            <a:r>
              <a:rPr lang="pt-BR" sz="2200">
                <a:latin typeface="Aptos" panose="020B0004020202020204" pitchFamily="34" charset="0"/>
              </a:rPr>
              <a:t>Antes de uso operacional: executar regressão registrada e validar backup em destino real.</a:t>
            </a:r>
          </a:p>
          <a:p>
            <a:r>
              <a:rPr lang="pt-BR" sz="2200">
                <a:latin typeface="Aptos" panose="020B0004020202020204" pitchFamily="34" charset="0"/>
              </a:rPr>
              <a:t>Definir regra de conflito de agenda e avaliar backend, acesso e auditoria protegida.</a:t>
            </a:r>
          </a:p>
          <a:p>
            <a:r>
              <a:rPr lang="pt-BR" sz="2200">
                <a:latin typeface="Aptos" panose="020B0004020202020204" pitchFamily="34" charset="0"/>
              </a:rPr>
              <a:t>Não interpretar este relatório como certificação de prontidão para produção.</a:t>
            </a:r>
          </a:p>
        </p:txBody>
      </p:sp>
    </p:spTree>
    <p:extLst>
      <p:ext uri="{BB962C8B-B14F-4D97-AF65-F5344CB8AC3E}">
        <p14:creationId xmlns:p14="http://schemas.microsoft.com/office/powerpoint/2010/main" val="29155937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377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Calibri Light</vt:lpstr>
      <vt:lpstr>Tema do Office</vt:lpstr>
      <vt:lpstr>PetCare + PetQA — Gestão Inteligente</vt:lpstr>
      <vt:lpstr>Escopo e método</vt:lpstr>
      <vt:lpstr>Correções presentes no produto</vt:lpstr>
      <vt:lpstr>Validação pontual do backup</vt:lpstr>
      <vt:lpstr>Relatórios e navegação</vt:lpstr>
      <vt:lpstr>Riscos e limites restantes</vt:lpstr>
      <vt:lpstr>Conclusão e próximos passos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Mariana Caetano Costa</dc:creator>
  <cp:lastModifiedBy>Mariana Caetano Costa</cp:lastModifiedBy>
  <cp:revision>1</cp:revision>
  <dcterms:created xsi:type="dcterms:W3CDTF">2026-10-21T00:41:20Z</dcterms:created>
  <dcterms:modified xsi:type="dcterms:W3CDTF">2026-10-21T00:41:20Z</dcterms:modified>
</cp:coreProperties>
</file>